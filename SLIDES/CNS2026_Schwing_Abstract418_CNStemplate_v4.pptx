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13 slides in six minutes, about 27 s each; seven backups follow the acknowledgments (B7, the rat host, is preliminary). If running long, shorten slide 4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0:35–1:00  The model the Henry Ford group built (Nagaraja 2026): U251N in the athymic rat, MRI-guided LITT. The design is unpaired: primary tumors come from animals that were not ablated, recurrent tumors from other animals after ablation and regrowth, three per arm. The graft is human and the host is rat, so xengsort sorts every read by species before anything is counted; human reads plus the shared reads enter the analysis.</a:t>
            </a:r>
          </a:p>
          <a:p/>
          <a:p>
            <a:r>
              <a:t>Numbers to reconcile before the talk: the J Neurosurg paper reports four per arm for RNA-seq; this analysis has three per arm plus IL64B, a primary that did not engraft and serves as a control. Ask Dr. Nagaraja what happened to the fourth recurrent library.</a:t>
            </a:r>
          </a:p>
          <a:p/>
          <a:p>
            <a:r>
              <a:t>The rat-brain controls went through the same pipeline; one (N269B)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12.</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all three controls, gives −0.01; without N269B (which holds tumor cells) about +0.001 (graft_relation/SUMMARY.md),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Indrani Datta's credential is DHI (confirmed by Greg, 2026-09-26). The JNS 2026 author list prints PhD; do not copy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9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preliminary; show only if asked about the host. Solid: every gene that falls, falls in all three recurrences (Mmp13 most, about 40-fold; red-cell transcripts; Fap, Lrrc15). Weak: the rise in interferon and lymphocyte genes comes from NL70B and NL71B; Cxcl10, Batf2, Il2ra, Ighm barely move in IL66B, and NL70B/NL71B are the only NL-prefixed tumors, so a batch or cohort difference cannot be excluded. The host is the athymic RNU/RNU rat: do not describe a T-cell response. At FDR &lt; 0.05 alone there are 38 genes (15 up, 23 down), including an rRNA, 7SL and snoRNA loci. Rat reads are the xengsort host bin; nf-core/rnaseq 3.22.2 on mRatBN7.2 (Ensembl 110); nf-core/differentialabundance DESeq2 (the run stopped after DESeq2, so no gene-set test yet). Leave-one-tumour-out (loo_separation.R): without IL66B the host count rises to 424; the tumor side does the same (102 to 349), so IL66B is the recurrence that looks most like a primary in both species (it is also the library-QC outlier). What the IL/NL prefixes mark is not recorded in any document we have.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7.</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the 100 most opposing name 92 compounds (36 at FDR &lt; 0.05);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shifts the ribosomal-protein sets by about 0.01 log2 (sign set by one control).</a:t>
            </a:r>
          </a:p>
          <a:p>
            <a:pPr>
              <a:spcBef>
                <a:spcPts val="0"/>
              </a:spcBef>
              <a:spcAft>
                <a:spcPts val="1200"/>
              </a:spcAft>
            </a:pPr>
            <a:r>
              <a:rPr sz="1600" b="0">
                <a:solidFill>
                  <a:srgbClr val="191D63"/>
                </a:solidFill>
              </a:rPr>
              <a:t>They fall −0.40; background genes matched on abundance and control/tumor ratio fall −0.13.</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RUVSeq¹⁹ factors from the rat-brain controls (k = 2) also separate the arms, so the adjustment removes part of the arm difference.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B7. The rat host tissue in recurrence (preliminary)</a:t>
            </a:r>
          </a:p>
        </p:txBody>
      </p:sp>
      <p:pic>
        <p:nvPicPr>
          <p:cNvPr id="3" name="Picture 2" descr="fig_host_volcano.png"/>
          <p:cNvPicPr>
            <a:picLocks noChangeAspect="1"/>
          </p:cNvPicPr>
          <p:nvPr/>
        </p:nvPicPr>
        <p:blipFill>
          <a:blip r:embed="rId2"/>
          <a:stretch>
            <a:fillRect/>
          </a:stretch>
        </p:blipFill>
        <p:spPr>
          <a:xfrm>
            <a:off x="1750000" y="1420000"/>
            <a:ext cx="6400000" cy="4746067"/>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Rat reads only, same alignment and DESeq2 as the tumor: 10–28 million protein-coding counts per tumor; 17,345 genes tested.</a:t>
            </a:r>
          </a:p>
          <a:p>
            <a:pPr>
              <a:spcBef>
                <a:spcPts val="0"/>
              </a:spcBef>
              <a:spcAft>
                <a:spcPts val="800"/>
              </a:spcAft>
            </a:pPr>
            <a:r>
              <a:rPr sz="1400" b="0">
                <a:solidFill>
                  <a:srgbClr val="191D63"/>
                </a:solidFill>
              </a:rPr>
              <a:t>Recurrent vs primary, 3 v 3, the tumor's rule (FDR &lt; 0.05 and two-fold): 33 genes, 19 down and 14 up.</a:t>
            </a:r>
          </a:p>
          <a:p>
            <a:pPr>
              <a:spcBef>
                <a:spcPts val="0"/>
              </a:spcBef>
              <a:spcAft>
                <a:spcPts val="800"/>
              </a:spcAft>
            </a:pPr>
            <a:r>
              <a:rPr sz="1400" b="0">
                <a:solidFill>
                  <a:srgbClr val="191D63"/>
                </a:solidFill>
              </a:rPr>
              <a:t>Down in all three recurrences: red-cell transcripts (Hbb, Hba-a1, Alas2) and fibroblast/matrix genes (Mmp13 41-fold, Fap, Lrrc15). Not human reads: human MMP13 at most 7 reads per tumor, rat Mmp13 at least 180 in each primary.</a:t>
            </a:r>
          </a:p>
          <a:p>
            <a:pPr>
              <a:spcBef>
                <a:spcPts val="0"/>
              </a:spcBef>
              <a:spcAft>
                <a:spcPts val="800"/>
              </a:spcAft>
            </a:pPr>
            <a:r>
              <a:rPr sz="1400" b="0">
                <a:solidFill>
                  <a:srgbClr val="191D63"/>
                </a:solidFill>
              </a:rPr>
              <a:t>Up mostly in NL70B and NL71B, the only NL-prefixed tumors (IL66B barely): interferon-induced (Cxcl10, Batf2) and lymphocyte genes (Il2ra, Slamf6, Ighm), in an athymic host.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Preliminary: different rats per arm; LITT, time and the ablation wound cannot be separated. Leaving IL66B out raises the count at FDR &lt; 0.05 from 38 to 424 (other hold-outs 25–48): the host difference is mostly NL70B and NL71B against the IL tumors. No gene-set test yet. DESeq2⁵. Tumor vs rat-brain control: 9,378 genes differ.</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