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13 slides in six minutes, about 27 s each; six backups follow the acknowledgments. If running long, shorten slide 4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0:35–1:00  The model the Henry Ford group built (Nagaraja 2026): U251N in the athymic rat, MRI-guided LITT. The design is unpaired: primary tumors come from animals that were not ablated, recurrent tumors from other animals after ablation and regrowth, three per arm. The graft is human and the host is rat, so xengsort sorts every read by species before anything is counted; human reads plus the shared reads enter the analysis.</a:t>
            </a:r>
          </a:p>
          <a:p/>
          <a:p>
            <a:r>
              <a:t>Numbers to reconcile before the talk: the J Neurosurg paper reports four per arm for RNA-seq; this analysis has three per arm plus IL64B, a primary that did not engraft and serves as a control. Ask Dr. Nagaraja what happened to the fourth recurrent library.</a:t>
            </a:r>
          </a:p>
          <a:p/>
          <a:p>
            <a:r>
              <a:t>The rat-brain controls went through the same pipeline; one (N269B)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12.</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all three controls, gives −0.01; without N269B (which holds tumor cells) about +0.001 (graft_relation/SUMMARY.md),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3.14 against 2.34 for pyrantel, the next compound both barrier models pass. Without IL66B it is third, fourteenth without the barrier weight: say so if asked.</a:t>
            </a:r>
          </a:p>
          <a:p/>
          <a:p>
            <a:r>
              <a:t>Deferoxamine: the ChEMBL lookup matched a different record (CHEMBL4635234, no phase), so the clinical filter dropped it; its unweighted score 3.69 beats ciclopirox's 3.40. Its weighted rank needs its real structure scored (the rerun is pending); deferoxamine is not expected to cross the barrier well. Two iron chelators at the top of the list is itself worth saying. The same name matching also dropped vandetanib, mefloquine and bromocriptine, so '54' is a floor; the rerun will recount.</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 Prior-art audit: backup B4.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Confirm Indrani Datta's credential (DHI, PhD or MS)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from the supplement (S15).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7.</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0.92</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1.00</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0.97</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0.91</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the 100 most opposing name 92 compounds (36 signatures at FDR &lt; 0.05); 54 matched a clinical-phase record; 15 pass both barrier models¹²˒¹³.</a:t>
            </a:r>
          </a:p>
          <a:p>
            <a:pPr>
              <a:spcBef>
                <a:spcPts val="0"/>
              </a:spcBef>
              <a:spcAft>
                <a:spcPts val="1200"/>
              </a:spcAft>
            </a:pPr>
            <a:r>
              <a:rPr sz="1500" b="0">
                <a:solidFill>
                  <a:srgbClr val="191D63"/>
                </a:solidFill>
              </a:rPr>
              <a:t>Ciclopirox ranks first with the barrier weight;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Deferoxamine, another approved iron chelator (NES −2.39), was dropped by a database mismatch; unweighted it would rank first.</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matched compounds by |NES|^1.5 × ADMET-AI BBB probability; BBB models ADMET-AI and BOILED-Egg; Online Resource 1, S12.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shifts the ribosomal-protein sets by about 0.01 log2 (sign set by one control).</a:t>
            </a:r>
          </a:p>
          <a:p>
            <a:pPr>
              <a:spcBef>
                <a:spcPts val="0"/>
              </a:spcBef>
              <a:spcAft>
                <a:spcPts val="1200"/>
              </a:spcAft>
            </a:pPr>
            <a:r>
              <a:rPr sz="1600" b="0">
                <a:solidFill>
                  <a:srgbClr val="191D63"/>
                </a:solidFill>
              </a:rPr>
              <a:t>They fall −0.40; background genes matched on abundance and control/tumor ratio fall −0.13.</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RUVSeq¹⁹ factors from the rat-brain controls (k = 2) also separate the arms, so the adjustment removes part of the arm difference.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1</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1</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14</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Subtype p here is the published TPM-based GSVA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